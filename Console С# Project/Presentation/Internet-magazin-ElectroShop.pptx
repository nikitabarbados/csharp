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Fira Sans" panose="020B0503050000020004" pitchFamily="34" charset="0"/>
      <p:regular r:id="rId15"/>
      <p:bold r:id="rId16"/>
    </p:embeddedFont>
    <p:embeddedFont>
      <p:font typeface="Inconsolata Bold" pitchFamily="1" charset="0"/>
      <p:bold r:id="rId17"/>
    </p:embeddedFont>
  </p:embeddedFontLst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BA691-F8F5-4209-B126-C76C89DB1B7C}" v="16" dt="2025-12-12T06:13:59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ita Gaber" userId="6b35d983-c91b-4618-bb39-60d3b96e3f89" providerId="ADAL" clId="{F981232A-176A-4F5D-A089-BE3BBB09B0FE}"/>
    <pc:docChg chg="undo redo custSel delSld modSld">
      <pc:chgData name="Mikita Gaber" userId="6b35d983-c91b-4618-bb39-60d3b96e3f89" providerId="ADAL" clId="{F981232A-176A-4F5D-A089-BE3BBB09B0FE}" dt="2025-12-12T06:14:03.989" v="49" actId="1076"/>
      <pc:docMkLst>
        <pc:docMk/>
      </pc:docMkLst>
      <pc:sldChg chg="addSp modSp mod">
        <pc:chgData name="Mikita Gaber" userId="6b35d983-c91b-4618-bb39-60d3b96e3f89" providerId="ADAL" clId="{F981232A-176A-4F5D-A089-BE3BBB09B0FE}" dt="2025-12-12T06:09:59.990" v="11" actId="14100"/>
        <pc:sldMkLst>
          <pc:docMk/>
          <pc:sldMk cId="0" sldId="256"/>
        </pc:sldMkLst>
        <pc:spChg chg="add mod">
          <ac:chgData name="Mikita Gaber" userId="6b35d983-c91b-4618-bb39-60d3b96e3f89" providerId="ADAL" clId="{F981232A-176A-4F5D-A089-BE3BBB09B0FE}" dt="2025-12-12T06:09:47.848" v="8" actId="207"/>
          <ac:spMkLst>
            <pc:docMk/>
            <pc:sldMk cId="0" sldId="256"/>
            <ac:spMk id="5" creationId="{8610ABAC-9298-5A77-61C3-764D1F267658}"/>
          </ac:spMkLst>
        </pc:spChg>
        <pc:spChg chg="add mod">
          <ac:chgData name="Mikita Gaber" userId="6b35d983-c91b-4618-bb39-60d3b96e3f89" providerId="ADAL" clId="{F981232A-176A-4F5D-A089-BE3BBB09B0FE}" dt="2025-12-12T06:09:59.990" v="11" actId="14100"/>
          <ac:spMkLst>
            <pc:docMk/>
            <pc:sldMk cId="0" sldId="256"/>
            <ac:spMk id="6" creationId="{BB174FB2-F48C-2734-C74E-10C9F1D2978E}"/>
          </ac:spMkLst>
        </pc:spChg>
      </pc:sldChg>
      <pc:sldChg chg="addSp modSp mod">
        <pc:chgData name="Mikita Gaber" userId="6b35d983-c91b-4618-bb39-60d3b96e3f89" providerId="ADAL" clId="{F981232A-176A-4F5D-A089-BE3BBB09B0FE}" dt="2025-12-12T06:10:48.255" v="19" actId="1076"/>
        <pc:sldMkLst>
          <pc:docMk/>
          <pc:sldMk cId="0" sldId="257"/>
        </pc:sldMkLst>
        <pc:spChg chg="add mod">
          <ac:chgData name="Mikita Gaber" userId="6b35d983-c91b-4618-bb39-60d3b96e3f89" providerId="ADAL" clId="{F981232A-176A-4F5D-A089-BE3BBB09B0FE}" dt="2025-12-12T06:10:36.727" v="16"/>
          <ac:spMkLst>
            <pc:docMk/>
            <pc:sldMk cId="0" sldId="257"/>
            <ac:spMk id="15" creationId="{E0012C81-887E-48DD-E3E0-D77BCF98F7ED}"/>
          </ac:spMkLst>
        </pc:spChg>
        <pc:spChg chg="add mod">
          <ac:chgData name="Mikita Gaber" userId="6b35d983-c91b-4618-bb39-60d3b96e3f89" providerId="ADAL" clId="{F981232A-176A-4F5D-A089-BE3BBB09B0FE}" dt="2025-12-12T06:10:48.255" v="19" actId="1076"/>
          <ac:spMkLst>
            <pc:docMk/>
            <pc:sldMk cId="0" sldId="257"/>
            <ac:spMk id="16" creationId="{CD0BF01F-BCA4-7ACE-E852-21B3815FB3C6}"/>
          </ac:spMkLst>
        </pc:spChg>
      </pc:sldChg>
      <pc:sldChg chg="addSp modSp mod">
        <pc:chgData name="Mikita Gaber" userId="6b35d983-c91b-4618-bb39-60d3b96e3f89" providerId="ADAL" clId="{F981232A-176A-4F5D-A089-BE3BBB09B0FE}" dt="2025-12-12T06:10:56.459" v="22" actId="1076"/>
        <pc:sldMkLst>
          <pc:docMk/>
          <pc:sldMk cId="0" sldId="258"/>
        </pc:sldMkLst>
        <pc:spChg chg="add mod">
          <ac:chgData name="Mikita Gaber" userId="6b35d983-c91b-4618-bb39-60d3b96e3f89" providerId="ADAL" clId="{F981232A-176A-4F5D-A089-BE3BBB09B0FE}" dt="2025-12-12T06:10:51.148" v="20"/>
          <ac:spMkLst>
            <pc:docMk/>
            <pc:sldMk cId="0" sldId="258"/>
            <ac:spMk id="16" creationId="{2AA28A83-5003-6549-ECD4-781E92ED89EE}"/>
          </ac:spMkLst>
        </pc:spChg>
        <pc:spChg chg="add mod">
          <ac:chgData name="Mikita Gaber" userId="6b35d983-c91b-4618-bb39-60d3b96e3f89" providerId="ADAL" clId="{F981232A-176A-4F5D-A089-BE3BBB09B0FE}" dt="2025-12-12T06:10:56.459" v="22" actId="1076"/>
          <ac:spMkLst>
            <pc:docMk/>
            <pc:sldMk cId="0" sldId="258"/>
            <ac:spMk id="17" creationId="{AB3C4416-C9F0-8CC3-7BD0-A70EA0195C24}"/>
          </ac:spMkLst>
        </pc:spChg>
      </pc:sldChg>
      <pc:sldChg chg="addSp delSp modSp mod delAnim">
        <pc:chgData name="Mikita Gaber" userId="6b35d983-c91b-4618-bb39-60d3b96e3f89" providerId="ADAL" clId="{F981232A-176A-4F5D-A089-BE3BBB09B0FE}" dt="2025-12-12T06:10:23.245" v="15" actId="1076"/>
        <pc:sldMkLst>
          <pc:docMk/>
          <pc:sldMk cId="0" sldId="259"/>
        </pc:sldMkLst>
        <pc:spChg chg="add mod">
          <ac:chgData name="Mikita Gaber" userId="6b35d983-c91b-4618-bb39-60d3b96e3f89" providerId="ADAL" clId="{F981232A-176A-4F5D-A089-BE3BBB09B0FE}" dt="2025-12-12T06:10:10.090" v="13"/>
          <ac:spMkLst>
            <pc:docMk/>
            <pc:sldMk cId="0" sldId="259"/>
            <ac:spMk id="23" creationId="{4D58FA8F-D002-927B-2DFF-7EA68132465E}"/>
          </ac:spMkLst>
        </pc:spChg>
        <pc:spChg chg="add mod">
          <ac:chgData name="Mikita Gaber" userId="6b35d983-c91b-4618-bb39-60d3b96e3f89" providerId="ADAL" clId="{F981232A-176A-4F5D-A089-BE3BBB09B0FE}" dt="2025-12-12T06:10:23.245" v="15" actId="1076"/>
          <ac:spMkLst>
            <pc:docMk/>
            <pc:sldMk cId="0" sldId="259"/>
            <ac:spMk id="24" creationId="{0F1CBE0F-028E-A198-BF0C-D4530F241E59}"/>
          </ac:spMkLst>
        </pc:spChg>
        <pc:picChg chg="add del mod">
          <ac:chgData name="Mikita Gaber" userId="6b35d983-c91b-4618-bb39-60d3b96e3f89" providerId="ADAL" clId="{F981232A-176A-4F5D-A089-BE3BBB09B0FE}" dt="2025-12-12T06:10:06.922" v="12" actId="478"/>
          <ac:picMkLst>
            <pc:docMk/>
            <pc:sldMk cId="0" sldId="259"/>
            <ac:picMk id="20" creationId="{A6C83562-9D33-80DF-712E-A1DA9E489C07}"/>
          </ac:picMkLst>
        </pc:picChg>
      </pc:sldChg>
      <pc:sldChg chg="addSp modSp mod">
        <pc:chgData name="Mikita Gaber" userId="6b35d983-c91b-4618-bb39-60d3b96e3f89" providerId="ADAL" clId="{F981232A-176A-4F5D-A089-BE3BBB09B0FE}" dt="2025-12-12T06:11:10.002" v="26" actId="1076"/>
        <pc:sldMkLst>
          <pc:docMk/>
          <pc:sldMk cId="0" sldId="260"/>
        </pc:sldMkLst>
        <pc:spChg chg="add mod">
          <ac:chgData name="Mikita Gaber" userId="6b35d983-c91b-4618-bb39-60d3b96e3f89" providerId="ADAL" clId="{F981232A-176A-4F5D-A089-BE3BBB09B0FE}" dt="2025-12-12T06:10:59.974" v="23"/>
          <ac:spMkLst>
            <pc:docMk/>
            <pc:sldMk cId="0" sldId="260"/>
            <ac:spMk id="24" creationId="{D2AFEA7B-FAE8-1BDF-4B79-085C6923C69F}"/>
          </ac:spMkLst>
        </pc:spChg>
        <pc:spChg chg="add mod">
          <ac:chgData name="Mikita Gaber" userId="6b35d983-c91b-4618-bb39-60d3b96e3f89" providerId="ADAL" clId="{F981232A-176A-4F5D-A089-BE3BBB09B0FE}" dt="2025-12-12T06:11:10.002" v="26" actId="1076"/>
          <ac:spMkLst>
            <pc:docMk/>
            <pc:sldMk cId="0" sldId="260"/>
            <ac:spMk id="25" creationId="{84FDF7C9-C988-90CD-454F-FE6B10E833C2}"/>
          </ac:spMkLst>
        </pc:spChg>
      </pc:sldChg>
      <pc:sldChg chg="modSp del mod">
        <pc:chgData name="Mikita Gaber" userId="6b35d983-c91b-4618-bb39-60d3b96e3f89" providerId="ADAL" clId="{F981232A-176A-4F5D-A089-BE3BBB09B0FE}" dt="2025-12-12T06:13:20.435" v="36" actId="47"/>
        <pc:sldMkLst>
          <pc:docMk/>
          <pc:sldMk cId="0" sldId="261"/>
        </pc:sldMkLst>
        <pc:spChg chg="mod">
          <ac:chgData name="Mikita Gaber" userId="6b35d983-c91b-4618-bb39-60d3b96e3f89" providerId="ADAL" clId="{F981232A-176A-4F5D-A089-BE3BBB09B0FE}" dt="2025-12-12T06:11:30.101" v="32" actId="5793"/>
          <ac:spMkLst>
            <pc:docMk/>
            <pc:sldMk cId="0" sldId="261"/>
            <ac:spMk id="6" creationId="{00000000-0000-0000-0000-000000000000}"/>
          </ac:spMkLst>
        </pc:spChg>
        <pc:spChg chg="mod">
          <ac:chgData name="Mikita Gaber" userId="6b35d983-c91b-4618-bb39-60d3b96e3f89" providerId="ADAL" clId="{F981232A-176A-4F5D-A089-BE3BBB09B0FE}" dt="2025-12-12T06:11:35.118" v="33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Mikita Gaber" userId="6b35d983-c91b-4618-bb39-60d3b96e3f89" providerId="ADAL" clId="{F981232A-176A-4F5D-A089-BE3BBB09B0FE}" dt="2025-12-12T06:11:47.098" v="35" actId="20577"/>
          <ac:spMkLst>
            <pc:docMk/>
            <pc:sldMk cId="0" sldId="261"/>
            <ac:spMk id="12" creationId="{00000000-0000-0000-0000-000000000000}"/>
          </ac:spMkLst>
        </pc:spChg>
      </pc:sldChg>
      <pc:sldChg chg="addSp modSp mod">
        <pc:chgData name="Mikita Gaber" userId="6b35d983-c91b-4618-bb39-60d3b96e3f89" providerId="ADAL" clId="{F981232A-176A-4F5D-A089-BE3BBB09B0FE}" dt="2025-12-12T06:13:35.451" v="40" actId="1076"/>
        <pc:sldMkLst>
          <pc:docMk/>
          <pc:sldMk cId="0" sldId="262"/>
        </pc:sldMkLst>
        <pc:spChg chg="add mod">
          <ac:chgData name="Mikita Gaber" userId="6b35d983-c91b-4618-bb39-60d3b96e3f89" providerId="ADAL" clId="{F981232A-176A-4F5D-A089-BE3BBB09B0FE}" dt="2025-12-12T06:13:26.771" v="37"/>
          <ac:spMkLst>
            <pc:docMk/>
            <pc:sldMk cId="0" sldId="262"/>
            <ac:spMk id="29" creationId="{8702A65D-9AE9-A24D-86BC-F3B096BDE650}"/>
          </ac:spMkLst>
        </pc:spChg>
        <pc:spChg chg="add mod">
          <ac:chgData name="Mikita Gaber" userId="6b35d983-c91b-4618-bb39-60d3b96e3f89" providerId="ADAL" clId="{F981232A-176A-4F5D-A089-BE3BBB09B0FE}" dt="2025-12-12T06:13:35.451" v="40" actId="1076"/>
          <ac:spMkLst>
            <pc:docMk/>
            <pc:sldMk cId="0" sldId="262"/>
            <ac:spMk id="30" creationId="{70598DF6-2CE7-EADE-6C0D-232240AEB9BE}"/>
          </ac:spMkLst>
        </pc:spChg>
      </pc:sldChg>
      <pc:sldChg chg="del">
        <pc:chgData name="Mikita Gaber" userId="6b35d983-c91b-4618-bb39-60d3b96e3f89" providerId="ADAL" clId="{F981232A-176A-4F5D-A089-BE3BBB09B0FE}" dt="2025-12-12T06:13:42.570" v="41" actId="47"/>
        <pc:sldMkLst>
          <pc:docMk/>
          <pc:sldMk cId="0" sldId="263"/>
        </pc:sldMkLst>
      </pc:sldChg>
      <pc:sldChg chg="addSp modSp mod">
        <pc:chgData name="Mikita Gaber" userId="6b35d983-c91b-4618-bb39-60d3b96e3f89" providerId="ADAL" clId="{F981232A-176A-4F5D-A089-BE3BBB09B0FE}" dt="2025-12-12T06:13:53.916" v="45" actId="1076"/>
        <pc:sldMkLst>
          <pc:docMk/>
          <pc:sldMk cId="0" sldId="264"/>
        </pc:sldMkLst>
        <pc:spChg chg="add mod">
          <ac:chgData name="Mikita Gaber" userId="6b35d983-c91b-4618-bb39-60d3b96e3f89" providerId="ADAL" clId="{F981232A-176A-4F5D-A089-BE3BBB09B0FE}" dt="2025-12-12T06:13:47.271" v="42"/>
          <ac:spMkLst>
            <pc:docMk/>
            <pc:sldMk cId="0" sldId="264"/>
            <ac:spMk id="28" creationId="{8E1DFCCA-E8BA-EE2F-6447-592482411DCF}"/>
          </ac:spMkLst>
        </pc:spChg>
        <pc:spChg chg="add mod">
          <ac:chgData name="Mikita Gaber" userId="6b35d983-c91b-4618-bb39-60d3b96e3f89" providerId="ADAL" clId="{F981232A-176A-4F5D-A089-BE3BBB09B0FE}" dt="2025-12-12T06:13:53.916" v="45" actId="1076"/>
          <ac:spMkLst>
            <pc:docMk/>
            <pc:sldMk cId="0" sldId="264"/>
            <ac:spMk id="29" creationId="{AE275AE8-40D1-CA6F-CECA-D604CDE8AB63}"/>
          </ac:spMkLst>
        </pc:spChg>
      </pc:sldChg>
      <pc:sldChg chg="addSp modSp mod">
        <pc:chgData name="Mikita Gaber" userId="6b35d983-c91b-4618-bb39-60d3b96e3f89" providerId="ADAL" clId="{F981232A-176A-4F5D-A089-BE3BBB09B0FE}" dt="2025-12-12T06:14:03.989" v="49" actId="1076"/>
        <pc:sldMkLst>
          <pc:docMk/>
          <pc:sldMk cId="0" sldId="265"/>
        </pc:sldMkLst>
        <pc:spChg chg="add mod">
          <ac:chgData name="Mikita Gaber" userId="6b35d983-c91b-4618-bb39-60d3b96e3f89" providerId="ADAL" clId="{F981232A-176A-4F5D-A089-BE3BBB09B0FE}" dt="2025-12-12T06:13:58.033" v="46"/>
          <ac:spMkLst>
            <pc:docMk/>
            <pc:sldMk cId="0" sldId="265"/>
            <ac:spMk id="16" creationId="{C8D5D6FB-EC73-D310-73AE-AB4F7EF7E96E}"/>
          </ac:spMkLst>
        </pc:spChg>
        <pc:spChg chg="add mod">
          <ac:chgData name="Mikita Gaber" userId="6b35d983-c91b-4618-bb39-60d3b96e3f89" providerId="ADAL" clId="{F981232A-176A-4F5D-A089-BE3BBB09B0FE}" dt="2025-12-12T06:14:03.989" v="49" actId="1076"/>
          <ac:spMkLst>
            <pc:docMk/>
            <pc:sldMk cId="0" sldId="265"/>
            <ac:spMk id="17" creationId="{1DB5CDEE-C826-F99A-A906-52CF8B7D5A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90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0738"/>
            <a:ext cx="10081736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🛒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Интернет-магазин ElectroShop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0729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Проект по дисциплине "</a:t>
            </a:r>
            <a:r>
              <a:rPr lang="en-US" sz="22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Основы платформы .NET</a:t>
            </a:r>
            <a:r>
              <a:rPr lang="en-US" sz="2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8159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Консольное приложение на C# с полной реализацией концепций ООП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10ABAC-9298-5A77-61C3-764D1F267658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174FB2-F48C-2734-C74E-10C9F1D2978E}"/>
              </a:ext>
            </a:extLst>
          </p:cNvPr>
          <p:cNvSpPr/>
          <p:nvPr/>
        </p:nvSpPr>
        <p:spPr>
          <a:xfrm>
            <a:off x="0" y="0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677"/>
            <a:ext cx="9431655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🎯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Почему выбрана эта тема?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8770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38168"/>
            <a:ext cx="3642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Практическая ценность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2858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Реальная бизнес-логика, понятная предметная область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58770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438168"/>
            <a:ext cx="3633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Техническая сложность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92858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Демонстрирует все аспекты ООП и advanced функции C#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74511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595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Расширяемость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08599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Модульная архитектура, легкость добавления новых функций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74511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595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Учебная ценность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08599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Покрывает требования задания, показывает real-world применение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0012C81-887E-48DD-E3E0-D77BCF98F7ED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0BF01F-BCA4-7ACE-E852-21B3815FB3C6}"/>
              </a:ext>
            </a:extLst>
          </p:cNvPr>
          <p:cNvSpPr/>
          <p:nvPr/>
        </p:nvSpPr>
        <p:spPr>
          <a:xfrm>
            <a:off x="0" y="0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978"/>
            <a:ext cx="953774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📋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Описание темы и решения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0353"/>
            <a:ext cx="382964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Что было задумано?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4724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Функциональный интернет-магазин с: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39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Каталогом товаров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81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Корзиной покупок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23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Системой скидок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660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Оформлением заказов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082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Сохранением данных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2504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Статистикой продаж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820353"/>
            <a:ext cx="347924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Технический стек: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599521" y="34724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C# 10+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39146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.NET 6.0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3568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JSON сериализация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7990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Консольный интерфейс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A28A83-5003-6549-ECD4-781E92ED89EE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B3C4416-C9F0-8CC3-7BD0-A70EA0195C24}"/>
              </a:ext>
            </a:extLst>
          </p:cNvPr>
          <p:cNvSpPr/>
          <p:nvPr/>
        </p:nvSpPr>
        <p:spPr>
          <a:xfrm>
            <a:off x="0" y="0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62" y="478750"/>
            <a:ext cx="5770126" cy="551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🏗️</a:t>
            </a:r>
            <a:r>
              <a:rPr lang="en-US" sz="3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Архитектура проекта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62" y="1378744"/>
            <a:ext cx="13411676" cy="6963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4302" y="4293975"/>
            <a:ext cx="1655004" cy="111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Архитектура UML классов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5572" y="3225463"/>
            <a:ext cx="336793" cy="3367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29" y="2815850"/>
            <a:ext cx="2899567" cy="37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OnlineStoreApp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26729" y="3294146"/>
            <a:ext cx="2899567" cy="59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Основная точка запуска приложения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803794" y="2815850"/>
            <a:ext cx="2899566" cy="37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803794" y="3294146"/>
            <a:ext cx="2899566" cy="59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Базовый класс товаров и атрибуты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9660" y="2510502"/>
            <a:ext cx="336793" cy="33679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3290" y="6111790"/>
            <a:ext cx="336793" cy="3367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6729" y="5914018"/>
            <a:ext cx="2899567" cy="7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Electronics, Clothing, Book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926729" y="6764689"/>
            <a:ext cx="2899567" cy="5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Специализированные подклассы товаров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10803794" y="5914018"/>
            <a:ext cx="2899566" cy="37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ProductRepository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803794" y="6392314"/>
            <a:ext cx="2899566" cy="5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Хранение и доступ к товарам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60660" y="7210713"/>
            <a:ext cx="336793" cy="3367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9362" y="8538329"/>
            <a:ext cx="1341167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Организация классов для эффективного взаимодействия и управления бизнес-логикой.</a:t>
            </a:r>
            <a:endParaRPr lang="en-US" sz="13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D58FA8F-D002-927B-2DFF-7EA68132465E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F1CBE0F-028E-A198-BF0C-D4530F241E59}"/>
              </a:ext>
            </a:extLst>
          </p:cNvPr>
          <p:cNvSpPr/>
          <p:nvPr/>
        </p:nvSpPr>
        <p:spPr>
          <a:xfrm>
            <a:off x="0" y="-1292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"/>
    </mc:Choice>
    <mc:Fallback>
      <p:transition spd="slow" advTm="89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809"/>
            <a:ext cx="11000542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🎓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Реализованные концепции ООП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8370"/>
            <a:ext cx="6407944" cy="2331244"/>
          </a:xfrm>
          <a:prstGeom prst="roundRect">
            <a:avLst>
              <a:gd name="adj" fmla="val 6276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198370"/>
            <a:ext cx="121920" cy="2331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4556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Инкапсуляция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142524" y="3017044"/>
            <a:ext cx="5801916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decimal _price; public decimal Price { get; set; }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42524" y="353127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Контроль доступа к данным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198370"/>
            <a:ext cx="6408063" cy="2331244"/>
          </a:xfrm>
          <a:prstGeom prst="roundRect">
            <a:avLst>
              <a:gd name="adj" fmla="val 6276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198370"/>
            <a:ext cx="121920" cy="23312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7282" y="24556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Наследование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7777282" y="3017044"/>
            <a:ext cx="5802035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Product { } public class Electronics : Product { }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777282" y="3909417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Иерархия классов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756428"/>
            <a:ext cx="6407944" cy="2331244"/>
          </a:xfrm>
          <a:prstGeom prst="roundRect">
            <a:avLst>
              <a:gd name="adj" fmla="val 6276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756428"/>
            <a:ext cx="121920" cy="23312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2524" y="50137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Полиморфизм</a:t>
            </a:r>
            <a:endParaRPr lang="en-US" sz="2650" dirty="0"/>
          </a:p>
        </p:txBody>
      </p:sp>
      <p:sp>
        <p:nvSpPr>
          <p:cNvPr id="16" name="Text 11"/>
          <p:cNvSpPr/>
          <p:nvPr/>
        </p:nvSpPr>
        <p:spPr>
          <a:xfrm>
            <a:off x="1142524" y="5575102"/>
            <a:ext cx="5801916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string GetCategory(); public virtual decimal CalculateTotal();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142524" y="646747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Гибкость в поведении объектов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756428"/>
            <a:ext cx="6408063" cy="2331244"/>
          </a:xfrm>
          <a:prstGeom prst="roundRect">
            <a:avLst>
              <a:gd name="adj" fmla="val 6276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756428"/>
            <a:ext cx="121920" cy="23312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7282" y="50137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Интерфейсы</a:t>
            </a:r>
            <a:endParaRPr lang="en-US" sz="2650" dirty="0"/>
          </a:p>
        </p:txBody>
      </p:sp>
      <p:sp>
        <p:nvSpPr>
          <p:cNvPr id="21" name="Text 15"/>
          <p:cNvSpPr/>
          <p:nvPr/>
        </p:nvSpPr>
        <p:spPr>
          <a:xfrm>
            <a:off x="7777282" y="5575102"/>
            <a:ext cx="5802035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IRepository { } public interface IDiscount { }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777282" y="646747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Определение контрактов</a:t>
            </a:r>
            <a:endParaRPr lang="en-US" sz="17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2AFEA7B-FAE8-1BDF-4B79-085C6923C69F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4FDF7C9-C988-90CD-454F-FE6B10E833C2}"/>
              </a:ext>
            </a:extLst>
          </p:cNvPr>
          <p:cNvSpPr/>
          <p:nvPr/>
        </p:nvSpPr>
        <p:spPr>
          <a:xfrm>
            <a:off x="0" y="-119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1637"/>
            <a:ext cx="9232583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🏛️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Паттерны проектирования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8166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108478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295525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015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50615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Абстракция работы с данными (IRepository)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188166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776" y="2108478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2295525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3015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Strategy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350615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Различные стратегии скидок (IDiscount)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188166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948" y="2108478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4114" y="2295525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3015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Observer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350615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События корзины (ItemAdded, ItemRemoved)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93790" y="4685586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604" y="4912400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7770" y="5099447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20604" y="58196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Factory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020604" y="631007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Создание заказов (OrderFactory.CreateOrder())</a:t>
            </a:r>
            <a:endParaRPr lang="en-US" sz="1750" dirty="0"/>
          </a:p>
        </p:txBody>
      </p:sp>
      <p:sp>
        <p:nvSpPr>
          <p:cNvPr id="23" name="Shape 13"/>
          <p:cNvSpPr/>
          <p:nvPr/>
        </p:nvSpPr>
        <p:spPr>
          <a:xfrm>
            <a:off x="7428548" y="4685586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362" y="4912400"/>
            <a:ext cx="680442" cy="68044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42528" y="5099447"/>
            <a:ext cx="306110" cy="30611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655362" y="58196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Template Method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655362" y="631007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Базовый алгоритм скидок (Discount.IsApplicable())</a:t>
            </a:r>
            <a:endParaRPr lang="en-US" sz="1750" dirty="0"/>
          </a:p>
        </p:txBody>
      </p:sp>
      <p:sp>
        <p:nvSpPr>
          <p:cNvPr id="28" name="Text 16"/>
          <p:cNvSpPr/>
          <p:nvPr/>
        </p:nvSpPr>
        <p:spPr>
          <a:xfrm>
            <a:off x="793790" y="7154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Применение известных паттернов для создания масштабируемого и поддерживаемого кода.</a:t>
            </a:r>
            <a:endParaRPr lang="en-US" sz="175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702A65D-9AE9-A24D-86BC-F3B096BDE650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0598DF6-2CE7-EADE-6C0D-232240AEB9BE}"/>
              </a:ext>
            </a:extLst>
          </p:cNvPr>
          <p:cNvSpPr/>
          <p:nvPr/>
        </p:nvSpPr>
        <p:spPr>
          <a:xfrm>
            <a:off x="0" y="-11502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758" y="571024"/>
            <a:ext cx="7765256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⚠️</a:t>
            </a:r>
            <a:r>
              <a:rPr lang="en-US" sz="4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Вызовы при разработке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303770" y="1531501"/>
            <a:ext cx="22860" cy="6168390"/>
          </a:xfrm>
          <a:prstGeom prst="roundRect">
            <a:avLst>
              <a:gd name="adj" fmla="val 136272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4" name="Shape 2"/>
          <p:cNvSpPr/>
          <p:nvPr/>
        </p:nvSpPr>
        <p:spPr>
          <a:xfrm>
            <a:off x="6481524" y="1753672"/>
            <a:ext cx="622935" cy="22860"/>
          </a:xfrm>
          <a:prstGeom prst="roundRect">
            <a:avLst>
              <a:gd name="adj" fmla="val 136272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5" name="Shape 3"/>
          <p:cNvSpPr/>
          <p:nvPr/>
        </p:nvSpPr>
        <p:spPr>
          <a:xfrm>
            <a:off x="7081599" y="1531501"/>
            <a:ext cx="467201" cy="467201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6" name="Text 4"/>
          <p:cNvSpPr/>
          <p:nvPr/>
        </p:nvSpPr>
        <p:spPr>
          <a:xfrm>
            <a:off x="7159466" y="1570434"/>
            <a:ext cx="31146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726758" y="1570434"/>
            <a:ext cx="5550098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Сериализация абстрактных классов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26758" y="2473643"/>
            <a:ext cx="555009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Проблема: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JSON не сериализует абстрактные классы.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6758" y="2930366"/>
            <a:ext cx="5550098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Решение: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Сохранение конкретных данных, атрибут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[Serializable]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25941" y="2999661"/>
            <a:ext cx="622935" cy="22860"/>
          </a:xfrm>
          <a:prstGeom prst="roundRect">
            <a:avLst>
              <a:gd name="adj" fmla="val 136272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11" name="Shape 9"/>
          <p:cNvSpPr/>
          <p:nvPr/>
        </p:nvSpPr>
        <p:spPr>
          <a:xfrm>
            <a:off x="7081599" y="2777490"/>
            <a:ext cx="467201" cy="467201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12" name="Text 10"/>
          <p:cNvSpPr/>
          <p:nvPr/>
        </p:nvSpPr>
        <p:spPr>
          <a:xfrm>
            <a:off x="7159466" y="2816423"/>
            <a:ext cx="31146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353544" y="2816423"/>
            <a:ext cx="402597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Управление событиями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8353544" y="3330297"/>
            <a:ext cx="555009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Проблема: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Многократное срабатывание, утечки памяти.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3544" y="3787021"/>
            <a:ext cx="555009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Решение: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Оператор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правильная подписка/отписка.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81524" y="4247436"/>
            <a:ext cx="622935" cy="22860"/>
          </a:xfrm>
          <a:prstGeom prst="roundRect">
            <a:avLst>
              <a:gd name="adj" fmla="val 136272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17" name="Shape 15"/>
          <p:cNvSpPr/>
          <p:nvPr/>
        </p:nvSpPr>
        <p:spPr>
          <a:xfrm>
            <a:off x="7081599" y="4025265"/>
            <a:ext cx="467201" cy="467201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18" name="Text 16"/>
          <p:cNvSpPr/>
          <p:nvPr/>
        </p:nvSpPr>
        <p:spPr>
          <a:xfrm>
            <a:off x="7159466" y="4064198"/>
            <a:ext cx="31146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1702475" y="4064198"/>
            <a:ext cx="4574381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Комплексные LINQ запросы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726758" y="4578072"/>
            <a:ext cx="555009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Проблема: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Сложность чтения, проблемы производительности.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758" y="5366980"/>
            <a:ext cx="5550098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Решение: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Разделение на шаги,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ToList()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для материализации.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25941" y="5465683"/>
            <a:ext cx="622935" cy="22860"/>
          </a:xfrm>
          <a:prstGeom prst="roundRect">
            <a:avLst>
              <a:gd name="adj" fmla="val 136272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23" name="Shape 21"/>
          <p:cNvSpPr/>
          <p:nvPr/>
        </p:nvSpPr>
        <p:spPr>
          <a:xfrm>
            <a:off x="7081599" y="5243513"/>
            <a:ext cx="467201" cy="467201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24" name="Text 22"/>
          <p:cNvSpPr/>
          <p:nvPr/>
        </p:nvSpPr>
        <p:spPr>
          <a:xfrm>
            <a:off x="7159466" y="5282446"/>
            <a:ext cx="31146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450" dirty="0"/>
          </a:p>
        </p:txBody>
      </p:sp>
      <p:sp>
        <p:nvSpPr>
          <p:cNvPr id="25" name="Text 23"/>
          <p:cNvSpPr/>
          <p:nvPr/>
        </p:nvSpPr>
        <p:spPr>
          <a:xfrm>
            <a:off x="8353544" y="5282446"/>
            <a:ext cx="5550098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Обработка отсутствующих данных</a:t>
            </a:r>
            <a:endParaRPr lang="en-US" sz="2450" dirty="0"/>
          </a:p>
        </p:txBody>
      </p:sp>
      <p:sp>
        <p:nvSpPr>
          <p:cNvPr id="26" name="Text 24"/>
          <p:cNvSpPr/>
          <p:nvPr/>
        </p:nvSpPr>
        <p:spPr>
          <a:xfrm>
            <a:off x="8353544" y="6185654"/>
            <a:ext cx="5550098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Проблема: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NullReferenceException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IndexOutOfRangeException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53544" y="7005042"/>
            <a:ext cx="5550098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Решение: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TryGetValue()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FirstOrDefault()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валидация, </a:t>
            </a:r>
            <a:r>
              <a:rPr lang="en-US" sz="16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r>
              <a:rPr lang="en-US" sz="16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E1DFCCA-E8BA-EE2F-6447-592482411DCF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E275AE8-40D1-CA6F-CECA-D604CDE8AB63}"/>
              </a:ext>
            </a:extLst>
          </p:cNvPr>
          <p:cNvSpPr/>
          <p:nvPr/>
        </p:nvSpPr>
        <p:spPr>
          <a:xfrm>
            <a:off x="-11430" y="-9882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5876"/>
            <a:ext cx="7188398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✨</a:t>
            </a: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Результаты проекта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9251"/>
            <a:ext cx="487489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Технические достижения: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313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Все 12 требований выполнены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735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Полностью рабочая программа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157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Обработка всех ошибок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579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Чистый и читабельный код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79251"/>
            <a:ext cx="36481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Функциональность: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2313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Полный CRUD для товаров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6735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Функциональная корзина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1157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Гибкая система скидок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5579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Сохранение заказов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0001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Статистика и аналитика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33951" y="595264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Проект </a:t>
            </a:r>
            <a:r>
              <a:rPr lang="en-US" sz="17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ElectroShop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продемонстрировал глубокие знания C# и принципов ООП, успешно реализовав комплексное решение для электронной коммерции.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697498"/>
            <a:ext cx="30480" cy="1236107"/>
          </a:xfrm>
          <a:prstGeom prst="rect">
            <a:avLst/>
          </a:prstGeom>
          <a:solidFill>
            <a:srgbClr val="F94CAF"/>
          </a:solidFill>
          <a:ln/>
        </p:spPr>
        <p:txBody>
          <a:bodyPr/>
          <a:lstStyle/>
          <a:p>
            <a:endParaRPr lang="ru-UA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8D5D6FB-EC73-D310-73AE-AB4F7EF7E96E}"/>
              </a:ext>
            </a:extLst>
          </p:cNvPr>
          <p:cNvSpPr/>
          <p:nvPr/>
        </p:nvSpPr>
        <p:spPr>
          <a:xfrm>
            <a:off x="0" y="7787811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DB5CDEE-C826-F99A-A906-52CF8B7D5A56}"/>
              </a:ext>
            </a:extLst>
          </p:cNvPr>
          <p:cNvSpPr/>
          <p:nvPr/>
        </p:nvSpPr>
        <p:spPr>
          <a:xfrm>
            <a:off x="0" y="-119"/>
            <a:ext cx="14630400" cy="4417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416</Words>
  <Application>Microsoft Office PowerPoint</Application>
  <PresentationFormat>Произвольный</PresentationFormat>
  <Paragraphs>100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Consolas</vt:lpstr>
      <vt:lpstr>Fira Sans</vt:lpstr>
      <vt:lpstr>Arial</vt:lpstr>
      <vt:lpstr>Inconsolata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Mikita Gaber</cp:lastModifiedBy>
  <cp:revision>1</cp:revision>
  <dcterms:created xsi:type="dcterms:W3CDTF">2025-12-12T06:07:38Z</dcterms:created>
  <dcterms:modified xsi:type="dcterms:W3CDTF">2025-12-12T06:14:11Z</dcterms:modified>
</cp:coreProperties>
</file>